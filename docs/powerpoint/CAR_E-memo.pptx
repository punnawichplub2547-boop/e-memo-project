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643" r:id="rId2"/>
  </p:sldIdLst>
  <p:sldSz cx="9144000" cy="6858000" type="screen4x3"/>
  <p:notesSz cx="6807200" cy="9939338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sonal3" initials="p" lastIdx="1" clrIdx="0">
    <p:extLst>
      <p:ext uri="{19B8F6BF-5375-455C-9EA6-DF929625EA0E}">
        <p15:presenceInfo xmlns:p15="http://schemas.microsoft.com/office/powerpoint/2012/main" userId="S-1-5-21-3195324105-2917924736-3660440378-13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D9E7E4"/>
    <a:srgbClr val="F2DCDB"/>
    <a:srgbClr val="0000FF"/>
    <a:srgbClr val="31869B"/>
    <a:srgbClr val="000080"/>
    <a:srgbClr val="B9B9B9"/>
    <a:srgbClr val="000099"/>
    <a:srgbClr val="B7FFB7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ลักษณะสีเข้ม 2 - เน้น 5/เน้น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1094" autoAdjust="0"/>
  </p:normalViewPr>
  <p:slideViewPr>
    <p:cSldViewPr>
      <p:cViewPr varScale="1">
        <p:scale>
          <a:sx n="65" d="100"/>
          <a:sy n="65" d="100"/>
        </p:scale>
        <p:origin x="14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1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351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EFA2D-6845-477F-AB5F-6B627ECA96AC}" type="datetimeFigureOut">
              <a:rPr lang="en-US" smtClean="0"/>
              <a:pPr/>
              <a:t>07/08/2026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865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351" y="9440865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F1757-7094-4AF5-98FA-AC83FFBF4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85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351" y="0"/>
            <a:ext cx="29502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3EBD0-4E5C-48C3-9F77-39F041F456CE}" type="datetimeFigureOut">
              <a:rPr lang="th-TH" smtClean="0"/>
              <a:pPr/>
              <a:t>07/08/69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728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198" y="4721225"/>
            <a:ext cx="5444807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865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351" y="9440865"/>
            <a:ext cx="29502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34859-F5F2-4939-B7C8-9380A7225E80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713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314A4-756A-6750-3C61-96894025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F647C-1D5B-57C1-2533-DFE08A1EF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75A03-7AAD-68D3-A369-8B1825B10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0A9AD-859A-53D1-5609-C25D4830D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34859-F5F2-4939-B7C8-9380A7225E80}" type="slidenum">
              <a:rPr lang="th-TH" smtClean="0"/>
              <a:pPr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739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187624" y="126876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2195736" y="306896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566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467544" y="2132856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634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ส่วนหัวของส่ว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1043608" y="1196752"/>
            <a:ext cx="7772400" cy="496855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90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การเปรียบเทียบ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544" y="98072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 dirty="0"/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349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539552" y="184482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708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</p:spTree>
    <p:extLst>
      <p:ext uri="{BB962C8B-B14F-4D97-AF65-F5344CB8AC3E}">
        <p14:creationId xmlns:p14="http://schemas.microsoft.com/office/powerpoint/2010/main" val="112829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1014AA-9C37-DFB6-FBD0-C8ACB77F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558C059-0D82-349D-B113-FC1B790212AB}"/>
              </a:ext>
            </a:extLst>
          </p:cNvPr>
          <p:cNvSpPr txBox="1"/>
          <p:nvPr/>
        </p:nvSpPr>
        <p:spPr>
          <a:xfrm>
            <a:off x="467544" y="836712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ctr">
              <a:defRPr/>
            </a:pPr>
            <a:r>
              <a:rPr lang="en-US" sz="1800" b="1" dirty="0">
                <a:latin typeface="Arial" charset="0"/>
                <a:cs typeface="Arial" charset="0"/>
              </a:rPr>
              <a:t>4. </a:t>
            </a:r>
            <a:r>
              <a:rPr lang="en-001" sz="1800" b="1" dirty="0">
                <a:latin typeface="Arial" charset="0"/>
                <a:cs typeface="Arial" charset="0"/>
              </a:rPr>
              <a:t>HR&amp;GA IT </a:t>
            </a:r>
            <a:r>
              <a:rPr lang="en-US" sz="1800" b="1" dirty="0">
                <a:latin typeface="Arial" charset="0"/>
                <a:cs typeface="Arial" charset="0"/>
              </a:rPr>
              <a:t>Activity </a:t>
            </a:r>
            <a:r>
              <a:rPr lang="en-001" sz="1800" b="1" dirty="0">
                <a:latin typeface="Arial" charset="0"/>
                <a:cs typeface="Arial" charset="0"/>
              </a:rPr>
              <a:t>:</a:t>
            </a:r>
            <a:r>
              <a:rPr lang="en-US" sz="1800" b="1" dirty="0">
                <a:latin typeface="Arial" charset="0"/>
                <a:cs typeface="Arial" charset="0"/>
              </a:rPr>
              <a:t> E-MEMO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EBA20F-3D7E-CE55-BC47-116398B45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3" t="4383" r="4132" b="5249"/>
          <a:stretch/>
        </p:blipFill>
        <p:spPr>
          <a:xfrm>
            <a:off x="7668344" y="44624"/>
            <a:ext cx="1439144" cy="6022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43D1F1-1EFA-296C-6841-77D99B803970}"/>
              </a:ext>
            </a:extLst>
          </p:cNvPr>
          <p:cNvSpPr txBox="1"/>
          <p:nvPr/>
        </p:nvSpPr>
        <p:spPr>
          <a:xfrm>
            <a:off x="179512" y="1546321"/>
            <a:ext cx="5043998" cy="16927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CCCCCC"/>
                </a:solidFill>
                <a:effectLst/>
                <a:latin typeface="Segoe WPC"/>
              </a:rPr>
              <a:t>📈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 </a:t>
            </a:r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60–80%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faster process </a:t>
            </a:r>
            <a:endParaRPr lang="th-TH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 </a:t>
            </a:r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50,000–150,000 THB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annual cost savings </a:t>
            </a:r>
            <a:endParaRPr lang="th-TH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 </a:t>
            </a:r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60–70%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fewer administrative errors </a:t>
            </a:r>
            <a:endParaRPr lang="th-TH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 </a:t>
            </a:r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Paperless </a:t>
            </a:r>
            <a:endParaRPr lang="th-TH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th-TH" sz="1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monitoring and reporting</a:t>
            </a:r>
          </a:p>
          <a:p>
            <a:pPr algn="l"/>
            <a:r>
              <a:rPr lang="en-US" sz="1100" b="1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Tagline:</a:t>
            </a:r>
            <a:r>
              <a:rPr lang="en-US" sz="1100" b="0" i="0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🚀 </a:t>
            </a:r>
            <a:r>
              <a:rPr lang="en-US" sz="1100" b="0" i="1" dirty="0">
                <a:solidFill>
                  <a:srgbClr val="0000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Paper-Based Approvals to Real-Time Digital Management</a:t>
            </a:r>
            <a:endParaRPr lang="en-US" sz="1100" b="0" i="0" dirty="0">
              <a:solidFill>
                <a:srgbClr val="0000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59B57-0682-4103-A374-B7AEDB19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357" y="4522311"/>
            <a:ext cx="4514131" cy="2334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FF6400-AEE6-45CD-91C2-0EF4DF9E4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15" y="3618909"/>
            <a:ext cx="4350003" cy="2253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415C3F-0FBD-42EF-976A-4EA94F0577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837" y="1152081"/>
            <a:ext cx="1675309" cy="333399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2A4375-C6DF-4A68-8B71-DD30D792DD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0" y="1092635"/>
            <a:ext cx="1841371" cy="339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82386"/>
      </p:ext>
    </p:extLst>
  </p:cSld>
  <p:clrMapOvr>
    <a:masterClrMapping/>
  </p:clrMapOvr>
</p:sld>
</file>

<file path=ppt/theme/theme1.xml><?xml version="1.0" encoding="utf-8"?>
<a:theme xmlns:a="http://schemas.openxmlformats.org/drawingml/2006/main" name="car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HR_Weekly Meeting 030723.pptx" id="{8AA2BB7D-AD07-42E0-BCC3-E6D3B009A6F2}" vid="{9C48864B-E591-4EBE-8685-A25401C9C1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แบบฟอร์มมาตรฐาน Template (2023)</Template>
  <TotalTime>14326</TotalTime>
  <Words>49</Words>
  <Application>Microsoft Office PowerPoint</Application>
  <PresentationFormat>On-screen Show (4:3)</PresentationFormat>
  <Paragraphs>10</Paragraphs>
  <Slides>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WPC</vt:lpstr>
      <vt:lpstr>car1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Auchulee Longkamhong</dc:creator>
  <cp:lastModifiedBy>Trainee_IT02</cp:lastModifiedBy>
  <cp:revision>1906</cp:revision>
  <cp:lastPrinted>2025-12-09T03:53:26Z</cp:lastPrinted>
  <dcterms:created xsi:type="dcterms:W3CDTF">2023-08-03T04:10:11Z</dcterms:created>
  <dcterms:modified xsi:type="dcterms:W3CDTF">2026-08-07T06:31:36Z</dcterms:modified>
</cp:coreProperties>
</file>